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guidelines for Philosophical King. Everything here is drawn from the shipping system, not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.jp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rcRect l="0" r="0" t="0" b="0"/>
          <a:stretch/>
        </p:blipFill>
        <p:spPr>
          <a:xfrm>
            <a:off x="777240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822960" y="3063240"/>
            <a:ext cx="1463040" cy="3200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91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Philosophy, set to music. 250+ tracks, daily short-form video,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audience that is ~90% Philippines.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aphoristic, stoic-modern.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declarative lines.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6700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carries a piece. Never two.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salesy.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34440" y="39044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exclamation marks, no hype punctuation, no urgency.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♛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Carved, not captioned.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34440" y="5138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tone of a line cut into stone — not written for engagement.</a:t>
            </a:r>
            <a:endParaRPr lang="en-US" sz="1300" dirty="0"/>
          </a:p>
        </p:txBody>
      </p:sp>
      <p:pic>
        <p:nvPicPr>
          <p:cNvPr id="14" name="Image 0" descr="c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01168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teal and cyan. Nothing else — this is the strongest identity signal.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2286000" cy="658368"/>
          </a:xfrm>
          <a:prstGeom prst="rect">
            <a:avLst/>
          </a:prstGeom>
          <a:solidFill>
            <a:srgbClr val="0E0F13"/>
          </a:solidFill>
          <a:ln w="6350">
            <a:solidFill>
              <a:srgbClr val="7A7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048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#0E0F13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Near-black — ground for everything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26664"/>
            <a:ext cx="2286000" cy="658368"/>
          </a:xfrm>
          <a:prstGeom prst="rect">
            <a:avLst/>
          </a:prstGeom>
          <a:solidFill>
            <a:srgbClr val="C8E0D8"/>
          </a:solidFill>
          <a:ln w="12700">
            <a:solidFill>
              <a:srgbClr val="C8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912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#C8E0D8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2095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teal — text, wordmark, lyric 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813048"/>
            <a:ext cx="2286000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#E9C46A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995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accent ONLY. Rules, one landing word.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99432"/>
            <a:ext cx="2286000" cy="658368"/>
          </a:xfrm>
          <a:prstGeom prst="rect">
            <a:avLst/>
          </a:prstGeom>
          <a:solidFill>
            <a:srgbClr val="B09A4A"/>
          </a:solidFill>
          <a:ln w="12700">
            <a:solidFill>
              <a:srgbClr val="B09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64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#B09A4A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782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gold — waveforms, secondary marks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385816"/>
            <a:ext cx="2286000" cy="658368"/>
          </a:xfrm>
          <a:prstGeom prst="rect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5504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#7A7E87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55686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— footers, URLs, metadata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Emphasis comes from gold or from scale.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from a new colour.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serif throughout. It reads as inscription rather than interface — which is the point.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— always spaced caps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 was a death,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 line — 52px serif, pale teal, hard shadow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5720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drop shadows only — 0 3px 0 rgba(0,0,0,.9). No soft glows.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9560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border radius anywhere. Nothing rounds.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3400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Mark: ♛</a:t>
            </a:r>
            <a:endParaRPr lang="en-US" sz="1300" dirty="0"/>
          </a:p>
        </p:txBody>
      </p:sp>
      <p:pic>
        <p:nvPicPr>
          <p:cNvPr id="12" name="Image 0" descr="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651760" cy="3310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Wanderer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recurring character across the whole catalogue.</a:t>
            </a:r>
            <a:endParaRPr lang="en-US" sz="1400" dirty="0"/>
          </a:p>
        </p:txBody>
      </p:sp>
      <p:pic>
        <p:nvPicPr>
          <p:cNvPr id="5" name="Image 0" descr="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2194560" cy="2194560"/>
          </a:xfrm>
          <a:prstGeom prst="rect">
            <a:avLst/>
          </a:prstGeom>
        </p:spPr>
      </p:pic>
      <p:pic>
        <p:nvPicPr>
          <p:cNvPr id="6" name="Image 1" descr="p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286000"/>
            <a:ext cx="2194560" cy="2194560"/>
          </a:xfrm>
          <a:prstGeom prst="rect">
            <a:avLst/>
          </a:prstGeom>
        </p:spPr>
      </p:pic>
      <p:pic>
        <p:nvPicPr>
          <p:cNvPr id="7" name="Image 2" descr="p1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286000"/>
            <a:ext cx="2194560" cy="2194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solitary figure seen strictly from behind, face never visible, dead-centre, in a long dark ground-length hooded robe with the hood up, shoulders squared — a near-black silhouette with faint teal rim-light along the hood and shoulders.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8229600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never shown from the front. His identity lives in shape — hood, hem, squared shoulders — so it survives even as a cut-out against blown-out light.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85800" y="4663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man. Opposite lighting. Still unmistakable.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1080×1920 is the native canvas. Everything is designed for a phone held upright.</a:t>
            </a:r>
            <a:endParaRPr lang="en-US" sz="1400" dirty="0"/>
          </a:p>
        </p:txBody>
      </p:sp>
      <p:pic>
        <p:nvPicPr>
          <p:cNvPr id="5" name="Image 0" descr="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1956816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63440" y="230428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— below the platform's top UI band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≈ 1380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63440" y="317296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 or quote line — above the bottom UI band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1100–1760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63440" y="404164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dark scrim behind it, or teal text disappears against teal imagery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4892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491032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UI eats the frame. The safe zone is real.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Stylised cinematic illustration — the vintage 35mm film still.</a:t>
            </a:r>
            <a:endParaRPr lang="en-US" sz="1400" dirty="0"/>
          </a:p>
        </p:txBody>
      </p:sp>
      <p:pic>
        <p:nvPicPr>
          <p:cNvPr id="5" name="Image 0" descr="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2011680" cy="1828800"/>
          </a:xfrm>
          <a:prstGeom prst="rect">
            <a:avLst/>
          </a:prstGeom>
        </p:spPr>
      </p:pic>
      <p:pic>
        <p:nvPicPr>
          <p:cNvPr id="6" name="Image 1" descr="c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86000"/>
            <a:ext cx="2011680" cy="1828800"/>
          </a:xfrm>
          <a:prstGeom prst="rect">
            <a:avLst/>
          </a:prstGeom>
        </p:spPr>
      </p:pic>
      <p:pic>
        <p:nvPicPr>
          <p:cNvPr id="7" name="Image 2" descr="c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86000"/>
            <a:ext cx="2011680" cy="1828800"/>
          </a:xfrm>
          <a:prstGeom prst="rect">
            <a:avLst/>
          </a:prstGeom>
        </p:spPr>
      </p:pic>
      <p:pic>
        <p:nvPicPr>
          <p:cNvPr id="8" name="Image 3" descr="p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51960"/>
            <a:ext cx="2011680" cy="1828800"/>
          </a:xfrm>
          <a:prstGeom prst="rect">
            <a:avLst/>
          </a:prstGeom>
        </p:spPr>
      </p:pic>
      <p:pic>
        <p:nvPicPr>
          <p:cNvPr id="9" name="Image 4" descr="p1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4251960"/>
            <a:ext cx="2011680" cy="1828800"/>
          </a:xfrm>
          <a:prstGeom prst="rect">
            <a:avLst/>
          </a:prstGeom>
        </p:spPr>
      </p:pic>
      <p:pic>
        <p:nvPicPr>
          <p:cNvPr id="10" name="Image 5" descr="m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251960"/>
            <a:ext cx="2011680" cy="18288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406640" y="22860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graphic shapes, minimal fine detail, heavy atmospheric haze and light bloom, soft vignette, subtle grain. Centred, symmetrical, still.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740664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open on black.</a:t>
            </a:r>
            <a:endParaRPr lang="en-US" sz="1900" dirty="0"/>
          </a:p>
        </p:txBody>
      </p:sp>
      <p:sp>
        <p:nvSpPr>
          <p:cNvPr id="13" name="Text 5"/>
          <p:cNvSpPr/>
          <p:nvPr/>
        </p:nvSpPr>
        <p:spPr>
          <a:xfrm>
            <a:off x="7406640" y="43434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real data: a video that faded in from black retained 48%, where the same-length alternatives retained 58–75%. On a short-form feed the first second is the entire retention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H I L O S O P H I C A L   K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need, what to avoid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cards and lyric cards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 headers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— 1080×1350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covers and Shorts end cards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4343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E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artist page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carries the full URL as visible text — never “link in bio” alone.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https://hyperfollow.com/PhilosophicalKing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9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as decoration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corners, blurred shadows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Stock-photo warmth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931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beyond ♛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4343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second accent colour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7A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resembling a SaaS landing page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E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 is a title card from a serious film.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2026-08-23T11:55:21Z</dcterms:created>
  <dcterms:modified xsi:type="dcterms:W3CDTF">2026-08-23T11:55:21Z</dcterms:modified>
</cp:coreProperties>
</file>